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JetBrains Mono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24AC2C-4740-42FB-89AE-298F67A4719A}">
  <a:tblStyle styleId="{0224AC2C-4740-42FB-89AE-298F67A4719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340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05225" y="4297560"/>
            <a:ext cx="4781550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62000" y="6419850"/>
            <a:ext cx="12668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HUST · SOICT · 2025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696575" y="6419850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01/10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705225" y="4592835"/>
            <a:ext cx="2295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SINH VIÊN THỰC HIỆN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3705225" y="4754761"/>
            <a:ext cx="264648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Hoàng Hải Minh - 20225362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6271478" y="4592835"/>
            <a:ext cx="2295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GIẢNG VIÊN HƯỚNG DẪN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6271478" y="4754760"/>
            <a:ext cx="229552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Trần Hải Anh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3705225" y="5145285"/>
            <a:ext cx="2295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HỌC PHẦN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705225" y="5307210"/>
            <a:ext cx="229552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III (IT3943) - 2025.2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6271478" y="5145285"/>
            <a:ext cx="2295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MÃ LỚP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271478" y="5307210"/>
            <a:ext cx="229552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35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761989</a:t>
            </a:r>
            <a:endParaRPr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762000" y="1579215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ĐẠI HỌC BÁCH KHOA HÀ NỘI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495300" y="2325885"/>
            <a:ext cx="1120140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Manager</a:t>
            </a:r>
            <a:endParaRPr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762000" y="351651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Phát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triển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ứng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quản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trị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dự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án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dựa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trên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nền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tảng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Web App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cá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nhân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62000" y="6419850"/>
            <a:ext cx="16668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Hoàng Hải Minh · 20225362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696575" y="6419850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02/10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70614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12330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54047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95763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BỐI CẢNH &amp; MỤC TIÊU CHIẾN LƯỢC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762000" y="571500"/>
            <a:ext cx="47625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762000" y="2291804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Vấn đề đặt ra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62000" y="2682329"/>
            <a:ext cx="50482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Xây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dựng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một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công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cụ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quản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trị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dự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án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chuyên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nghiệp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đẩy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đủ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chức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năng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về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kiểm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soát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logic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phụ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thuộc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giữa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các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công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việc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quản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lý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tài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chính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tài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nguyên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dự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án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tích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hợp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với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giao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diện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u="sng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tối</a:t>
            </a:r>
            <a:r>
              <a:rPr lang="en-US" sz="1350" u="sng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giản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hiệu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suất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cao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6381750" y="2291804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Mục tiêu cốt lõi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381750" y="2663279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Quản trị đa thực thể: Project, Members, Kanban, Timeline.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381750" y="3080444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Theo dõi ngân sách &amp; thời gian (Burn-down focus).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381750" y="3497609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Hệ thống kiểm soát ràng buộc (Task Dependencies).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381750" y="3914775"/>
            <a:ext cx="5401122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Sản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phẩm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hoàn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thiện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sẵn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sàng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sử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trực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tiếp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(Live Demo).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908869"/>
            <a:ext cx="3365450" cy="3156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3200" y="1908869"/>
            <a:ext cx="3365450" cy="3156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1908869"/>
            <a:ext cx="3365599" cy="3156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762000" y="6419850"/>
            <a:ext cx="17335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Architecture: 3-Tier Model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0696575" y="6419850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03/10</a:t>
            </a:r>
            <a:endParaRPr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2204144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08475" y="220414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59675" y="2204144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7275" y="4141440"/>
            <a:ext cx="8382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990725" y="4141440"/>
            <a:ext cx="5334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57275" y="4503390"/>
            <a:ext cx="12954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447925" y="4503390"/>
            <a:ext cx="8382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708475" y="4141440"/>
            <a:ext cx="9144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718125" y="4141440"/>
            <a:ext cx="762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575375" y="4141440"/>
            <a:ext cx="4572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08475" y="4503390"/>
            <a:ext cx="685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59675" y="3867150"/>
            <a:ext cx="12192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674125" y="3867150"/>
            <a:ext cx="8382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KIẾN TRÚC HỆ THỐNG &amp; CÔNG NGHỆ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762000" y="571500"/>
            <a:ext cx="47625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1057275" y="2699444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 SPA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1057275" y="3147119"/>
            <a:ext cx="27749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Xây dựng giao diện phản hồi nhanh, tối ưu tương tác người dùng.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4708475" y="2699444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Backend API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4708475" y="3147119"/>
            <a:ext cx="27749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RESTful API với middleware ghi log và kiểm soát phân quyền chặt chẽ.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8359675" y="2699444"/>
            <a:ext cx="291380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Cloud Database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8359675" y="3147119"/>
            <a:ext cx="277504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Quản lý dữ liệu tập trung với 5 collections chính.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348954"/>
            <a:ext cx="5048250" cy="300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48954"/>
            <a:ext cx="5048250" cy="300781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762000" y="6419850"/>
            <a:ext cx="15335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Core Features Deep-dive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10696575" y="6419850"/>
            <a:ext cx="7334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04/10</a:t>
            </a:r>
            <a:endParaRPr dirty="0"/>
          </a:p>
        </p:txBody>
      </p:sp>
      <p:sp>
        <p:nvSpPr>
          <p:cNvPr id="204" name="Google Shape;204;p17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QUẢN TRỊ DỰ ÁN: KANBAN &amp; TÀI CHÍNH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762000" y="571500"/>
            <a:ext cx="47625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1057275" y="2644229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Visual Board (Kanban)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1057275" y="3091904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Quản lý trạng thái Task trực quan qua 4 cột chuẩn: Todo, Doing, Review, Done.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6677025" y="2644229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Finance &amp; Resource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6677025" y="3091904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Kiểm soát chặt chẽ ngân sách dự án thông qua thực thể TimeEntry.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1343025" y="381098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1438275" y="3811934"/>
            <a:ext cx="40767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Tương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tác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Drag-and-drop.</a:t>
            </a:r>
            <a:endParaRPr dirty="0"/>
          </a:p>
        </p:txBody>
      </p:sp>
      <p:sp>
        <p:nvSpPr>
          <p:cNvPr id="212" name="Google Shape;212;p17"/>
          <p:cNvSpPr txBox="1"/>
          <p:nvPr/>
        </p:nvSpPr>
        <p:spPr>
          <a:xfrm>
            <a:off x="1343025" y="40852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1438275" y="4086225"/>
            <a:ext cx="4076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Cập nhật trạng thái tức thời về DB.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1343025" y="43595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1438275" y="4360515"/>
            <a:ext cx="4076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Tích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hợp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nhanh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người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phụ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trách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trên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thẻ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16" name="Google Shape;216;p17"/>
          <p:cNvSpPr txBox="1"/>
          <p:nvPr/>
        </p:nvSpPr>
        <p:spPr>
          <a:xfrm>
            <a:off x="6962775" y="381098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7058025" y="3811934"/>
            <a:ext cx="4076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Ghi log giờ làm việc cho từng Task.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6962775" y="40852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7058025" y="4086225"/>
            <a:ext cx="4076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Tự động tính toán chi phí theo nhân sự.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6962775" y="43595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7058025" y="4360515"/>
            <a:ext cx="4076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Cảnh báo mức tiêu thụ ngân sách (Burn-rate).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962775" y="463385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7058025" y="4634805"/>
            <a:ext cx="4076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Xuất báo cáo định dạng CSV.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8"/>
          <p:cNvSpPr txBox="1"/>
          <p:nvPr/>
        </p:nvSpPr>
        <p:spPr>
          <a:xfrm>
            <a:off x="762000" y="6419850"/>
            <a:ext cx="15335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Algorithm &amp; Logic Layer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10696575" y="6419850"/>
            <a:ext cx="7334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05/10</a:t>
            </a:r>
            <a:endParaRPr dirty="0"/>
          </a:p>
        </p:txBody>
      </p:sp>
      <p:sp>
        <p:nvSpPr>
          <p:cNvPr id="232" name="Google Shape;232;p18"/>
          <p:cNvSpPr/>
          <p:nvPr/>
        </p:nvSpPr>
        <p:spPr>
          <a:xfrm>
            <a:off x="762000" y="3920430"/>
            <a:ext cx="5048250" cy="8953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952500" y="4110930"/>
            <a:ext cx="4667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(isPath(target, source)) {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return Reject("Circular dependency detected");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762000" y="3920430"/>
            <a:ext cx="38100" cy="8953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KIỂM SOÁT RÀNG BUỘC &amp; PHỤ THUỘC</a:t>
            </a: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762000" y="571500"/>
            <a:ext cx="47625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762000" y="2790825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Thuật toán Chống vòng lặp (Cycle Detection)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762000" y="318135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Sử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thuật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toán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BFS (Breadth-First Search)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kiểm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trước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khi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thiết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lập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mối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quan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hệ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phụ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thuộc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giữa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các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Task.</a:t>
            </a:r>
            <a:endParaRPr dirty="0"/>
          </a:p>
        </p:txBody>
      </p:sp>
      <p:sp>
        <p:nvSpPr>
          <p:cNvPr id="239" name="Google Shape;239;p18"/>
          <p:cNvSpPr txBox="1"/>
          <p:nvPr/>
        </p:nvSpPr>
        <p:spPr>
          <a:xfrm>
            <a:off x="6381750" y="2790825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Logic nghiệp vụ phức tạp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6381750" y="316230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Task con (1 cấp):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Tiến độ của Task cha được tính toán tự động dựa trên trạng thái hoàn thành của các Task con.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6381749" y="3901380"/>
            <a:ext cx="5161783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Cờ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isBlocked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Hệ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thống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tự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động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tính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toán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lại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trạng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thái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"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Bị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chặn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khi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truy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xuất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dữ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liệu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hiển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thị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icon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khóa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trực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quan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trên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UI.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8" name="Google Shape;248;p19"/>
          <p:cNvGraphicFramePr/>
          <p:nvPr/>
        </p:nvGraphicFramePr>
        <p:xfrm>
          <a:off x="762000" y="3070770"/>
          <a:ext cx="10668000" cy="2390750"/>
        </p:xfrm>
        <a:graphic>
          <a:graphicData uri="http://schemas.openxmlformats.org/drawingml/2006/table">
            <a:tbl>
              <a:tblPr firstRow="1" bandRow="1">
                <a:noFill/>
                <a:tableStyleId>{0224AC2C-4740-42FB-89AE-298F67A4719A}</a:tableStyleId>
              </a:tblPr>
              <a:tblGrid>
                <a:gridCol w="3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Quyền hạn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Owner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Editor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Reviewer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Viewer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Cấu hình dự án / Thành viên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Chỉnh sửa nội dung Task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Xem Audit Log (Lịch sử)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Bình luận / Feedback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9" name="Google Shape;249;p19"/>
          <p:cNvSpPr txBox="1"/>
          <p:nvPr/>
        </p:nvSpPr>
        <p:spPr>
          <a:xfrm>
            <a:off x="762000" y="6419850"/>
            <a:ext cx="19335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Security: RBAC Implementation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10696575" y="6419850"/>
            <a:ext cx="7334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06/10</a:t>
            </a:r>
            <a:endParaRPr dirty="0"/>
          </a:p>
        </p:txBody>
      </p:sp>
      <p:sp>
        <p:nvSpPr>
          <p:cNvPr id="251" name="Google Shape;251;p19"/>
          <p:cNvSpPr/>
          <p:nvPr/>
        </p:nvSpPr>
        <p:spPr>
          <a:xfrm>
            <a:off x="762000" y="3989933"/>
            <a:ext cx="35904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4352478" y="3989933"/>
            <a:ext cx="12610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5613499" y="3989933"/>
            <a:ext cx="17804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7393930" y="3989933"/>
            <a:ext cx="12165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8610451" y="3989933"/>
            <a:ext cx="154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0153501" y="3989933"/>
            <a:ext cx="12764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762000" y="4475708"/>
            <a:ext cx="35904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4352478" y="4475708"/>
            <a:ext cx="12610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5613499" y="4475708"/>
            <a:ext cx="17804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393930" y="4475708"/>
            <a:ext cx="12165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8610451" y="4475708"/>
            <a:ext cx="154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0153501" y="4475708"/>
            <a:ext cx="12764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762000" y="4961483"/>
            <a:ext cx="35904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4352478" y="4961483"/>
            <a:ext cx="12610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5613499" y="4961483"/>
            <a:ext cx="17804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7393930" y="4961483"/>
            <a:ext cx="12165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8610451" y="4961483"/>
            <a:ext cx="154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10153501" y="4961483"/>
            <a:ext cx="12764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762000" y="5447258"/>
            <a:ext cx="35904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4352478" y="5447258"/>
            <a:ext cx="126102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5613499" y="5447258"/>
            <a:ext cx="17804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7393930" y="5447258"/>
            <a:ext cx="12165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8610451" y="5447258"/>
            <a:ext cx="154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10153501" y="5447258"/>
            <a:ext cx="12764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6374" y="416614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5353" y="368037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6376" y="368037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6374" y="465192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6374" y="368037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3326" y="465192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6376" y="465192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5353" y="465192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36805" y="368037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3326" y="416614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6376" y="513769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5353" y="416614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6374" y="51376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3326" y="368037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53326" y="51376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5353" y="51376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6376" y="416614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36805" y="416614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36805" y="465192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36805" y="51376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5353" y="368037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6374" y="368037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36805" y="368037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3326" y="368037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6376" y="368037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5353" y="416614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6374" y="416614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36805" y="416614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3326" y="416614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6376" y="416614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5353" y="465192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6374" y="465192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36805" y="465192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3326" y="465192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6376" y="465192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5353" y="51376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6374" y="51376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36805" y="51376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53326" y="51376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6376" y="513769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9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HỆ THỐNG PHÂN QUYỀN (RBAC)</a:t>
            </a:r>
            <a:endParaRPr/>
          </a:p>
        </p:txBody>
      </p:sp>
      <p:sp>
        <p:nvSpPr>
          <p:cNvPr id="316" name="Google Shape;316;p19"/>
          <p:cNvSpPr/>
          <p:nvPr/>
        </p:nvSpPr>
        <p:spPr>
          <a:xfrm>
            <a:off x="762000" y="571500"/>
            <a:ext cx="47625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762000" y="2415480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Hệ thống phân cấp 5 vai trò riêng biệt được thực thi nghiêm ngặt tại Backend (Security-first).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713833"/>
            <a:ext cx="10668000" cy="127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1719262"/>
            <a:ext cx="3365450" cy="2804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13200" y="1719262"/>
            <a:ext cx="3365450" cy="2804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64400" y="1719262"/>
            <a:ext cx="3365599" cy="280407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0"/>
          <p:cNvSpPr txBox="1"/>
          <p:nvPr/>
        </p:nvSpPr>
        <p:spPr>
          <a:xfrm>
            <a:off x="762000" y="6419850"/>
            <a:ext cx="2400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UX Strategy: Minimalist &amp; Functional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10696575" y="6419850"/>
            <a:ext cx="7334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07/10</a:t>
            </a:r>
            <a:endParaRPr dirty="0"/>
          </a:p>
        </p:txBody>
      </p:sp>
      <p:pic>
        <p:nvPicPr>
          <p:cNvPr id="330" name="Google Shape;330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7275" y="201453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08475" y="201453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59675" y="201453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90600" y="5123408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0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TỐI ƯU HÓA TRẢI NGHIỆM NGƯỜI DÙNG (UX)</a:t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762000" y="571500"/>
            <a:ext cx="47625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1083357" y="5020568"/>
            <a:ext cx="10051367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Thay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thế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Admin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toàn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cục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bằng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hệ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thống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Audit Logs + </a:t>
            </a:r>
            <a:r>
              <a:rPr lang="en-US" sz="1350" b="1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Thùng</a:t>
            </a: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rác</a:t>
            </a: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(Soft-delete)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riêng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biệt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từng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dự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án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tăng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tính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bảo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mật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riêng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337" name="Google Shape;337;p20"/>
          <p:cNvSpPr txBox="1"/>
          <p:nvPr/>
        </p:nvSpPr>
        <p:spPr>
          <a:xfrm>
            <a:off x="1057275" y="2509837"/>
            <a:ext cx="291364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Luồng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công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việc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tinh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gọn</a:t>
            </a:r>
            <a:endParaRPr dirty="0"/>
          </a:p>
        </p:txBody>
      </p:sp>
      <p:sp>
        <p:nvSpPr>
          <p:cNvPr id="338" name="Google Shape;338;p20"/>
          <p:cNvSpPr txBox="1"/>
          <p:nvPr/>
        </p:nvSpPr>
        <p:spPr>
          <a:xfrm>
            <a:off x="1057275" y="3233737"/>
            <a:ext cx="27749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Bỏ trang Home trung gian, hướng người dùng trực tiếp vào danh sách Projects (/projects).</a:t>
            </a:r>
            <a:endParaRPr/>
          </a:p>
        </p:txBody>
      </p:sp>
      <p:sp>
        <p:nvSpPr>
          <p:cNvPr id="339" name="Google Shape;339;p20"/>
          <p:cNvSpPr txBox="1"/>
          <p:nvPr/>
        </p:nvSpPr>
        <p:spPr>
          <a:xfrm>
            <a:off x="4708475" y="2509837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Tương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tác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tập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trung</a:t>
            </a:r>
            <a:endParaRPr dirty="0"/>
          </a:p>
        </p:txBody>
      </p:sp>
      <p:sp>
        <p:nvSpPr>
          <p:cNvPr id="340" name="Google Shape;340;p20"/>
          <p:cNvSpPr txBox="1"/>
          <p:nvPr/>
        </p:nvSpPr>
        <p:spPr>
          <a:xfrm>
            <a:off x="4708475" y="2957512"/>
            <a:ext cx="27749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Bình luận Inline ngay trong Task Modal, giúp theo dõi bối cảnh công việc tốt hơn.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8359675" y="2509837"/>
            <a:ext cx="291380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Cơ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chế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Xem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trước</a:t>
            </a:r>
            <a:endParaRPr dirty="0"/>
          </a:p>
        </p:txBody>
      </p:sp>
      <p:sp>
        <p:nvSpPr>
          <p:cNvPr id="342" name="Google Shape;342;p20"/>
          <p:cNvSpPr txBox="1"/>
          <p:nvPr/>
        </p:nvSpPr>
        <p:spPr>
          <a:xfrm>
            <a:off x="8359675" y="2957512"/>
            <a:ext cx="27750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Mặc định ở chế độ Read-only khi mở Task, yêu cầu xác nhận để Sửa (Tránh sai sót dữ liệu).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306984"/>
            <a:ext cx="5048250" cy="3091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06984"/>
            <a:ext cx="5048250" cy="3091606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1"/>
          <p:cNvSpPr txBox="1"/>
          <p:nvPr/>
        </p:nvSpPr>
        <p:spPr>
          <a:xfrm>
            <a:off x="762000" y="6419850"/>
            <a:ext cx="17335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Product Evolution Strategy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10696575" y="6419850"/>
            <a:ext cx="7334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08/10</a:t>
            </a:r>
            <a:endParaRPr dirty="0"/>
          </a:p>
        </p:txBody>
      </p:sp>
      <p:sp>
        <p:nvSpPr>
          <p:cNvPr id="353" name="Google Shape;353;p21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TẦM NHÌN &amp; KẾ HOẠCH PHÁT TRIỂN</a:t>
            </a:r>
            <a:endParaRPr/>
          </a:p>
        </p:txBody>
      </p:sp>
      <p:sp>
        <p:nvSpPr>
          <p:cNvPr id="354" name="Google Shape;354;p21"/>
          <p:cNvSpPr/>
          <p:nvPr/>
        </p:nvSpPr>
        <p:spPr>
          <a:xfrm>
            <a:off x="762000" y="571500"/>
            <a:ext cx="47625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1057275" y="2602259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Kỹ thuật nâng cao</a:t>
            </a:r>
            <a:endParaRPr/>
          </a:p>
        </p:txBody>
      </p:sp>
      <p:sp>
        <p:nvSpPr>
          <p:cNvPr id="356" name="Google Shape;356;p21"/>
          <p:cNvSpPr txBox="1"/>
          <p:nvPr/>
        </p:nvSpPr>
        <p:spPr>
          <a:xfrm>
            <a:off x="6677025" y="2602259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Tính năng bổ sung</a:t>
            </a:r>
            <a:endParaRPr/>
          </a:p>
        </p:txBody>
      </p:sp>
      <p:sp>
        <p:nvSpPr>
          <p:cNvPr id="358" name="Google Shape;358;p21"/>
          <p:cNvSpPr txBox="1"/>
          <p:nvPr/>
        </p:nvSpPr>
        <p:spPr>
          <a:xfrm>
            <a:off x="952500" y="3030884"/>
            <a:ext cx="45624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Realtime Collaboration: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Chuyển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đổi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Polling sang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WebSockets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đồng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bộ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tức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thời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giữa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các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thành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viên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360" name="Google Shape;360;p21"/>
          <p:cNvSpPr txBox="1"/>
          <p:nvPr/>
        </p:nvSpPr>
        <p:spPr>
          <a:xfrm>
            <a:off x="952500" y="3716609"/>
            <a:ext cx="44577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Dependency Visualization: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Sử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React Flow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vẽ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sơ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đồ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phụ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thuộc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(Gantt-like graph).</a:t>
            </a:r>
            <a:endParaRPr dirty="0"/>
          </a:p>
        </p:txBody>
      </p:sp>
      <p:sp>
        <p:nvSpPr>
          <p:cNvPr id="362" name="Google Shape;362;p21"/>
          <p:cNvSpPr txBox="1"/>
          <p:nvPr/>
        </p:nvSpPr>
        <p:spPr>
          <a:xfrm>
            <a:off x="952500" y="4406957"/>
            <a:ext cx="44577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Critical Path: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Thuật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toán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tìm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đường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găng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trên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đồ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thị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DAG.</a:t>
            </a:r>
            <a:endParaRPr dirty="0"/>
          </a:p>
        </p:txBody>
      </p:sp>
      <p:sp>
        <p:nvSpPr>
          <p:cNvPr id="364" name="Google Shape;364;p21"/>
          <p:cNvSpPr txBox="1"/>
          <p:nvPr/>
        </p:nvSpPr>
        <p:spPr>
          <a:xfrm>
            <a:off x="6677025" y="3030884"/>
            <a:ext cx="44577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Cloud Storage: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Tích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hợp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AWS S3/Cloudflare R2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lưu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trữ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tệp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đính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kèm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366" name="Google Shape;366;p21"/>
          <p:cNvSpPr txBox="1"/>
          <p:nvPr/>
        </p:nvSpPr>
        <p:spPr>
          <a:xfrm>
            <a:off x="6677025" y="3716608"/>
            <a:ext cx="44577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i18n Cleanup: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Chuẩn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hóa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ngôn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ngữ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Tiếng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Anh/Việt)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toàn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diện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hệ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thống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368" name="Google Shape;368;p21"/>
          <p:cNvSpPr txBox="1"/>
          <p:nvPr/>
        </p:nvSpPr>
        <p:spPr>
          <a:xfrm>
            <a:off x="6677025" y="4402332"/>
            <a:ext cx="44577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AI Assistant: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Phân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tích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tiến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độ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đề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xuất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phân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bổ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nguồn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lực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dựa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trên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dữ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liệu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quá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khứ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26745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728395"/>
            <a:ext cx="5715000" cy="84385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2"/>
          <p:cNvSpPr txBox="1"/>
          <p:nvPr/>
        </p:nvSpPr>
        <p:spPr>
          <a:xfrm>
            <a:off x="762000" y="6419850"/>
            <a:ext cx="18669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Hoàng Hải Minh · HUST · 2025</a:t>
            </a:r>
            <a:endParaRPr dirty="0"/>
          </a:p>
        </p:txBody>
      </p:sp>
      <p:sp>
        <p:nvSpPr>
          <p:cNvPr id="377" name="Google Shape;377;p22"/>
          <p:cNvSpPr txBox="1"/>
          <p:nvPr/>
        </p:nvSpPr>
        <p:spPr>
          <a:xfrm>
            <a:off x="10696575" y="6419850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10/10</a:t>
            </a:r>
            <a:endParaRPr/>
          </a:p>
        </p:txBody>
      </p:sp>
      <p:pic>
        <p:nvPicPr>
          <p:cNvPr id="378" name="Google Shape;37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91075" y="3533775"/>
            <a:ext cx="2952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39000" y="353377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2"/>
          <p:cNvSpPr txBox="1"/>
          <p:nvPr/>
        </p:nvSpPr>
        <p:spPr>
          <a:xfrm>
            <a:off x="495300" y="1486563"/>
            <a:ext cx="1120140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THANK YOU FOR WATCHING!</a:t>
            </a:r>
            <a:endParaRPr dirty="0"/>
          </a:p>
        </p:txBody>
      </p:sp>
      <p:sp>
        <p:nvSpPr>
          <p:cNvPr id="381" name="Google Shape;381;p22"/>
          <p:cNvSpPr txBox="1"/>
          <p:nvPr/>
        </p:nvSpPr>
        <p:spPr>
          <a:xfrm>
            <a:off x="762000" y="2358479"/>
            <a:ext cx="10668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 III - Project Manager</a:t>
            </a:r>
            <a:endParaRPr dirty="0"/>
          </a:p>
        </p:txBody>
      </p:sp>
      <p:sp>
        <p:nvSpPr>
          <p:cNvPr id="382" name="Google Shape;382;p22"/>
          <p:cNvSpPr txBox="1"/>
          <p:nvPr/>
        </p:nvSpPr>
        <p:spPr>
          <a:xfrm>
            <a:off x="-440834" y="5825580"/>
            <a:ext cx="5715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Email: minh.hh225362@sis.hust.edu.vn</a:t>
            </a:r>
            <a:endParaRPr dirty="0"/>
          </a:p>
        </p:txBody>
      </p:sp>
      <p:sp>
        <p:nvSpPr>
          <p:cNvPr id="383" name="Google Shape;383;p22"/>
          <p:cNvSpPr txBox="1"/>
          <p:nvPr/>
        </p:nvSpPr>
        <p:spPr>
          <a:xfrm>
            <a:off x="4138612" y="3907463"/>
            <a:ext cx="1600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Repository (</a:t>
            </a:r>
            <a:r>
              <a:rPr lang="en-US" sz="135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r>
              <a:rPr lang="en-US" sz="13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dirty="0"/>
          </a:p>
        </p:txBody>
      </p:sp>
      <p:sp>
        <p:nvSpPr>
          <p:cNvPr id="384" name="Google Shape;384;p22"/>
          <p:cNvSpPr txBox="1"/>
          <p:nvPr/>
        </p:nvSpPr>
        <p:spPr>
          <a:xfrm>
            <a:off x="6805612" y="3897762"/>
            <a:ext cx="12477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Live Demo URL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</Words>
  <Application>Microsoft Office PowerPoint</Application>
  <PresentationFormat>Widescreen</PresentationFormat>
  <Paragraphs>104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JetBrains Mono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Minh H</cp:lastModifiedBy>
  <cp:revision>1</cp:revision>
  <dcterms:modified xsi:type="dcterms:W3CDTF">2026-05-06T23:16:34Z</dcterms:modified>
</cp:coreProperties>
</file>